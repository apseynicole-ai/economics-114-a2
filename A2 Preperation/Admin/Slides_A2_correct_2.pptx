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447" r:id="rId2"/>
    <p:sldId id="44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520"/>
    <p:restoredTop sz="96266"/>
  </p:normalViewPr>
  <p:slideViewPr>
    <p:cSldViewPr snapToGrid="0">
      <p:cViewPr varScale="1">
        <p:scale>
          <a:sx n="127" d="100"/>
          <a:sy n="127" d="100"/>
        </p:scale>
        <p:origin x="6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E41608-EB67-44FF-9D6D-98588A8D31A7}" type="doc">
      <dgm:prSet loTypeId="urn:microsoft.com/office/officeart/2005/8/layout/vList2" loCatId="list" qsTypeId="urn:microsoft.com/office/officeart/2005/8/quickstyle/simple4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69512BE4-20EB-40C0-9BF9-1C2D93C81990}">
      <dgm:prSet/>
      <dgm:spPr/>
      <dgm:t>
        <a:bodyPr/>
        <a:lstStyle/>
        <a:p>
          <a:r>
            <a:rPr lang="en-US" dirty="0"/>
            <a:t>100 marks</a:t>
          </a:r>
        </a:p>
      </dgm:t>
    </dgm:pt>
    <dgm:pt modelId="{0D9833DB-956C-41BB-BF97-ADC04FE2CF77}" type="parTrans" cxnId="{C84A4435-AEFA-4ADD-8A82-F4480A502171}">
      <dgm:prSet/>
      <dgm:spPr/>
      <dgm:t>
        <a:bodyPr/>
        <a:lstStyle/>
        <a:p>
          <a:endParaRPr lang="en-US"/>
        </a:p>
      </dgm:t>
    </dgm:pt>
    <dgm:pt modelId="{A240F1D1-7028-4894-9FDE-79B2DC984249}" type="sibTrans" cxnId="{C84A4435-AEFA-4ADD-8A82-F4480A502171}">
      <dgm:prSet/>
      <dgm:spPr/>
      <dgm:t>
        <a:bodyPr/>
        <a:lstStyle/>
        <a:p>
          <a:endParaRPr lang="en-US"/>
        </a:p>
      </dgm:t>
    </dgm:pt>
    <dgm:pt modelId="{63AEB40C-C882-4B36-90A8-5F4183378DDC}">
      <dgm:prSet/>
      <dgm:spPr/>
      <dgm:t>
        <a:bodyPr/>
        <a:lstStyle/>
        <a:p>
          <a:r>
            <a:rPr lang="en-US" dirty="0"/>
            <a:t>3 hours</a:t>
          </a:r>
        </a:p>
      </dgm:t>
    </dgm:pt>
    <dgm:pt modelId="{DF944EE4-E8AA-4690-8AF7-781D9209DF95}" type="parTrans" cxnId="{5D18302B-B0F1-4191-9884-5D6DDBC4BF05}">
      <dgm:prSet/>
      <dgm:spPr/>
      <dgm:t>
        <a:bodyPr/>
        <a:lstStyle/>
        <a:p>
          <a:endParaRPr lang="en-US"/>
        </a:p>
      </dgm:t>
    </dgm:pt>
    <dgm:pt modelId="{EB3C2DAE-70F3-43DB-8A95-3EB386CD578D}" type="sibTrans" cxnId="{5D18302B-B0F1-4191-9884-5D6DDBC4BF05}">
      <dgm:prSet/>
      <dgm:spPr/>
      <dgm:t>
        <a:bodyPr/>
        <a:lstStyle/>
        <a:p>
          <a:endParaRPr lang="en-US"/>
        </a:p>
      </dgm:t>
    </dgm:pt>
    <dgm:pt modelId="{236D548B-509C-4915-B4A4-7E4EBE29D5D7}">
      <dgm:prSet/>
      <dgm:spPr/>
      <dgm:t>
        <a:bodyPr/>
        <a:lstStyle/>
        <a:p>
          <a:r>
            <a:rPr lang="en-US" dirty="0"/>
            <a:t>Units 4, 5, 6, 7, 8 &amp; 10</a:t>
          </a:r>
        </a:p>
      </dgm:t>
    </dgm:pt>
    <dgm:pt modelId="{9E7E9A2C-9DCA-4AB2-9D00-DEB9F31CE5FF}" type="parTrans" cxnId="{CAA6D5A1-393E-4112-9E0A-BA2716A4FFD8}">
      <dgm:prSet/>
      <dgm:spPr/>
      <dgm:t>
        <a:bodyPr/>
        <a:lstStyle/>
        <a:p>
          <a:endParaRPr lang="en-US"/>
        </a:p>
      </dgm:t>
    </dgm:pt>
    <dgm:pt modelId="{E9B8BA2D-E849-402B-8DDD-2480E240F543}" type="sibTrans" cxnId="{CAA6D5A1-393E-4112-9E0A-BA2716A4FFD8}">
      <dgm:prSet/>
      <dgm:spPr/>
      <dgm:t>
        <a:bodyPr/>
        <a:lstStyle/>
        <a:p>
          <a:endParaRPr lang="en-US"/>
        </a:p>
      </dgm:t>
    </dgm:pt>
    <dgm:pt modelId="{B108E77C-7304-4B8C-8CA0-169E56CCDAB0}">
      <dgm:prSet/>
      <dgm:spPr/>
      <dgm:t>
        <a:bodyPr/>
        <a:lstStyle/>
        <a:p>
          <a:r>
            <a:rPr lang="en-US" dirty="0"/>
            <a:t>True/False: 16 marks (</a:t>
          </a:r>
          <a:r>
            <a:rPr lang="en-ZA" dirty="0"/>
            <a:t>1 mark for a correct answer and - ½ for an incorrect answer)</a:t>
          </a:r>
          <a:endParaRPr lang="en-US" dirty="0"/>
        </a:p>
      </dgm:t>
    </dgm:pt>
    <dgm:pt modelId="{316E6FD5-EB5C-4301-8B62-26B7E31900C1}" type="parTrans" cxnId="{7915129D-12D0-47C4-A162-8E2AC9BC8686}">
      <dgm:prSet/>
      <dgm:spPr/>
      <dgm:t>
        <a:bodyPr/>
        <a:lstStyle/>
        <a:p>
          <a:endParaRPr lang="en-US"/>
        </a:p>
      </dgm:t>
    </dgm:pt>
    <dgm:pt modelId="{62421C98-7F8A-45ED-9757-98E8262EE83C}" type="sibTrans" cxnId="{7915129D-12D0-47C4-A162-8E2AC9BC8686}">
      <dgm:prSet/>
      <dgm:spPr/>
      <dgm:t>
        <a:bodyPr/>
        <a:lstStyle/>
        <a:p>
          <a:endParaRPr lang="en-US"/>
        </a:p>
      </dgm:t>
    </dgm:pt>
    <dgm:pt modelId="{ADBFF986-A1A0-4745-8BF7-AABBC5A5E8CD}">
      <dgm:prSet/>
      <dgm:spPr/>
      <dgm:t>
        <a:bodyPr/>
        <a:lstStyle/>
        <a:p>
          <a:r>
            <a:rPr lang="en-US" dirty="0"/>
            <a:t>Multiple Choice: 44 marks (</a:t>
          </a:r>
          <a:r>
            <a:rPr lang="en-ZA" dirty="0"/>
            <a:t>2 marks for a correct answer and – ¼ for an incorrect answer</a:t>
          </a:r>
          <a:r>
            <a:rPr lang="en-US" dirty="0"/>
            <a:t>)</a:t>
          </a:r>
        </a:p>
      </dgm:t>
    </dgm:pt>
    <dgm:pt modelId="{0E31BD6C-0B3B-4F12-960A-BBFC70F6E1DC}" type="parTrans" cxnId="{56F33ADE-C446-4EF6-8F9F-54A5B121066D}">
      <dgm:prSet/>
      <dgm:spPr/>
      <dgm:t>
        <a:bodyPr/>
        <a:lstStyle/>
        <a:p>
          <a:endParaRPr lang="en-US"/>
        </a:p>
      </dgm:t>
    </dgm:pt>
    <dgm:pt modelId="{FD47F442-1130-4D31-9AD2-8126E8B106FA}" type="sibTrans" cxnId="{56F33ADE-C446-4EF6-8F9F-54A5B121066D}">
      <dgm:prSet/>
      <dgm:spPr/>
      <dgm:t>
        <a:bodyPr/>
        <a:lstStyle/>
        <a:p>
          <a:endParaRPr lang="en-US"/>
        </a:p>
      </dgm:t>
    </dgm:pt>
    <dgm:pt modelId="{B11F801C-3CF0-46A7-8108-4E97B2E06F9C}">
      <dgm:prSet/>
      <dgm:spPr/>
      <dgm:t>
        <a:bodyPr/>
        <a:lstStyle/>
        <a:p>
          <a:r>
            <a:rPr lang="en-US" dirty="0"/>
            <a:t>Longer Questions: 40 marks</a:t>
          </a:r>
        </a:p>
      </dgm:t>
    </dgm:pt>
    <dgm:pt modelId="{CB19D404-4A07-42E8-AA03-A4603D0ECFE9}" type="parTrans" cxnId="{B01030E0-3A15-4E94-8A2D-A03AC773FAAB}">
      <dgm:prSet/>
      <dgm:spPr/>
      <dgm:t>
        <a:bodyPr/>
        <a:lstStyle/>
        <a:p>
          <a:endParaRPr lang="en-US"/>
        </a:p>
      </dgm:t>
    </dgm:pt>
    <dgm:pt modelId="{EB514C70-4DF1-4979-874B-49CF6F2291CF}" type="sibTrans" cxnId="{B01030E0-3A15-4E94-8A2D-A03AC773FAAB}">
      <dgm:prSet/>
      <dgm:spPr/>
      <dgm:t>
        <a:bodyPr/>
        <a:lstStyle/>
        <a:p>
          <a:endParaRPr lang="en-US"/>
        </a:p>
      </dgm:t>
    </dgm:pt>
    <dgm:pt modelId="{A757EBB4-20C3-4F37-B146-C46A017E56BA}" type="pres">
      <dgm:prSet presAssocID="{30E41608-EB67-44FF-9D6D-98588A8D31A7}" presName="linear" presStyleCnt="0">
        <dgm:presLayoutVars>
          <dgm:animLvl val="lvl"/>
          <dgm:resizeHandles val="exact"/>
        </dgm:presLayoutVars>
      </dgm:prSet>
      <dgm:spPr/>
    </dgm:pt>
    <dgm:pt modelId="{E9C8A6A1-BC1D-4C31-A45F-7FA61C7D543B}" type="pres">
      <dgm:prSet presAssocID="{69512BE4-20EB-40C0-9BF9-1C2D93C81990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DBF74101-B2CF-4AD2-8C5E-19B61AB6E857}" type="pres">
      <dgm:prSet presAssocID="{A240F1D1-7028-4894-9FDE-79B2DC984249}" presName="spacer" presStyleCnt="0"/>
      <dgm:spPr/>
    </dgm:pt>
    <dgm:pt modelId="{18F34B84-E64D-47A6-9F39-13A66BECF698}" type="pres">
      <dgm:prSet presAssocID="{63AEB40C-C882-4B36-90A8-5F4183378DDC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4DE5E255-D7C5-4273-8902-FA718A59F46D}" type="pres">
      <dgm:prSet presAssocID="{EB3C2DAE-70F3-43DB-8A95-3EB386CD578D}" presName="spacer" presStyleCnt="0"/>
      <dgm:spPr/>
    </dgm:pt>
    <dgm:pt modelId="{8DC8CFC4-18EC-4F02-8ECE-A2CDBE02CEF3}" type="pres">
      <dgm:prSet presAssocID="{236D548B-509C-4915-B4A4-7E4EBE29D5D7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E73D6EE7-6A72-43BF-A971-A8668A15BD47}" type="pres">
      <dgm:prSet presAssocID="{E9B8BA2D-E849-402B-8DDD-2480E240F543}" presName="spacer" presStyleCnt="0"/>
      <dgm:spPr/>
    </dgm:pt>
    <dgm:pt modelId="{F77F568A-932D-4D09-9BA8-F04A5FBB9275}" type="pres">
      <dgm:prSet presAssocID="{B108E77C-7304-4B8C-8CA0-169E56CCDAB0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8DFCFB54-9FDF-415E-807D-486E1DCB670A}" type="pres">
      <dgm:prSet presAssocID="{62421C98-7F8A-45ED-9757-98E8262EE83C}" presName="spacer" presStyleCnt="0"/>
      <dgm:spPr/>
    </dgm:pt>
    <dgm:pt modelId="{EA5E594B-C4E5-4EAF-9558-286B21A42EAB}" type="pres">
      <dgm:prSet presAssocID="{ADBFF986-A1A0-4745-8BF7-AABBC5A5E8CD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E5230955-8EC5-4788-9C2E-2BB0F37FD735}" type="pres">
      <dgm:prSet presAssocID="{FD47F442-1130-4D31-9AD2-8126E8B106FA}" presName="spacer" presStyleCnt="0"/>
      <dgm:spPr/>
    </dgm:pt>
    <dgm:pt modelId="{0545B4AA-FD71-401B-8B22-3DDBEDAF776E}" type="pres">
      <dgm:prSet presAssocID="{B11F801C-3CF0-46A7-8108-4E97B2E06F9C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5D18302B-B0F1-4191-9884-5D6DDBC4BF05}" srcId="{30E41608-EB67-44FF-9D6D-98588A8D31A7}" destId="{63AEB40C-C882-4B36-90A8-5F4183378DDC}" srcOrd="1" destOrd="0" parTransId="{DF944EE4-E8AA-4690-8AF7-781D9209DF95}" sibTransId="{EB3C2DAE-70F3-43DB-8A95-3EB386CD578D}"/>
    <dgm:cxn modelId="{0693262F-4B06-4A47-A032-E467EBB40E63}" type="presOf" srcId="{63AEB40C-C882-4B36-90A8-5F4183378DDC}" destId="{18F34B84-E64D-47A6-9F39-13A66BECF698}" srcOrd="0" destOrd="0" presId="urn:microsoft.com/office/officeart/2005/8/layout/vList2"/>
    <dgm:cxn modelId="{C84A4435-AEFA-4ADD-8A82-F4480A502171}" srcId="{30E41608-EB67-44FF-9D6D-98588A8D31A7}" destId="{69512BE4-20EB-40C0-9BF9-1C2D93C81990}" srcOrd="0" destOrd="0" parTransId="{0D9833DB-956C-41BB-BF97-ADC04FE2CF77}" sibTransId="{A240F1D1-7028-4894-9FDE-79B2DC984249}"/>
    <dgm:cxn modelId="{5F8D4B39-7CE3-453B-9C86-4563FA292C19}" type="presOf" srcId="{ADBFF986-A1A0-4745-8BF7-AABBC5A5E8CD}" destId="{EA5E594B-C4E5-4EAF-9558-286B21A42EAB}" srcOrd="0" destOrd="0" presId="urn:microsoft.com/office/officeart/2005/8/layout/vList2"/>
    <dgm:cxn modelId="{A6E5FC7C-758B-482E-9B57-B3302DFF16E1}" type="presOf" srcId="{B11F801C-3CF0-46A7-8108-4E97B2E06F9C}" destId="{0545B4AA-FD71-401B-8B22-3DDBEDAF776E}" srcOrd="0" destOrd="0" presId="urn:microsoft.com/office/officeart/2005/8/layout/vList2"/>
    <dgm:cxn modelId="{7915129D-12D0-47C4-A162-8E2AC9BC8686}" srcId="{30E41608-EB67-44FF-9D6D-98588A8D31A7}" destId="{B108E77C-7304-4B8C-8CA0-169E56CCDAB0}" srcOrd="3" destOrd="0" parTransId="{316E6FD5-EB5C-4301-8B62-26B7E31900C1}" sibTransId="{62421C98-7F8A-45ED-9757-98E8262EE83C}"/>
    <dgm:cxn modelId="{CAA6D5A1-393E-4112-9E0A-BA2716A4FFD8}" srcId="{30E41608-EB67-44FF-9D6D-98588A8D31A7}" destId="{236D548B-509C-4915-B4A4-7E4EBE29D5D7}" srcOrd="2" destOrd="0" parTransId="{9E7E9A2C-9DCA-4AB2-9D00-DEB9F31CE5FF}" sibTransId="{E9B8BA2D-E849-402B-8DDD-2480E240F543}"/>
    <dgm:cxn modelId="{40B404C4-4E40-404C-8E3A-B04BA845D62A}" type="presOf" srcId="{69512BE4-20EB-40C0-9BF9-1C2D93C81990}" destId="{E9C8A6A1-BC1D-4C31-A45F-7FA61C7D543B}" srcOrd="0" destOrd="0" presId="urn:microsoft.com/office/officeart/2005/8/layout/vList2"/>
    <dgm:cxn modelId="{503FDAC8-CAD5-46F3-8379-260C6881B326}" type="presOf" srcId="{B108E77C-7304-4B8C-8CA0-169E56CCDAB0}" destId="{F77F568A-932D-4D09-9BA8-F04A5FBB9275}" srcOrd="0" destOrd="0" presId="urn:microsoft.com/office/officeart/2005/8/layout/vList2"/>
    <dgm:cxn modelId="{121B4FD3-8A12-4F5F-87E4-D55EF32C1F7F}" type="presOf" srcId="{30E41608-EB67-44FF-9D6D-98588A8D31A7}" destId="{A757EBB4-20C3-4F37-B146-C46A017E56BA}" srcOrd="0" destOrd="0" presId="urn:microsoft.com/office/officeart/2005/8/layout/vList2"/>
    <dgm:cxn modelId="{56F33ADE-C446-4EF6-8F9F-54A5B121066D}" srcId="{30E41608-EB67-44FF-9D6D-98588A8D31A7}" destId="{ADBFF986-A1A0-4745-8BF7-AABBC5A5E8CD}" srcOrd="4" destOrd="0" parTransId="{0E31BD6C-0B3B-4F12-960A-BBFC70F6E1DC}" sibTransId="{FD47F442-1130-4D31-9AD2-8126E8B106FA}"/>
    <dgm:cxn modelId="{B01030E0-3A15-4E94-8A2D-A03AC773FAAB}" srcId="{30E41608-EB67-44FF-9D6D-98588A8D31A7}" destId="{B11F801C-3CF0-46A7-8108-4E97B2E06F9C}" srcOrd="5" destOrd="0" parTransId="{CB19D404-4A07-42E8-AA03-A4603D0ECFE9}" sibTransId="{EB514C70-4DF1-4979-874B-49CF6F2291CF}"/>
    <dgm:cxn modelId="{AE5EDBE0-4279-456C-8B88-D646FB94A303}" type="presOf" srcId="{236D548B-509C-4915-B4A4-7E4EBE29D5D7}" destId="{8DC8CFC4-18EC-4F02-8ECE-A2CDBE02CEF3}" srcOrd="0" destOrd="0" presId="urn:microsoft.com/office/officeart/2005/8/layout/vList2"/>
    <dgm:cxn modelId="{B9BC08A7-CE07-48A5-994C-96579359B222}" type="presParOf" srcId="{A757EBB4-20C3-4F37-B146-C46A017E56BA}" destId="{E9C8A6A1-BC1D-4C31-A45F-7FA61C7D543B}" srcOrd="0" destOrd="0" presId="urn:microsoft.com/office/officeart/2005/8/layout/vList2"/>
    <dgm:cxn modelId="{E3C4D8E1-36D4-4AD4-8A7A-B256E82BC9F9}" type="presParOf" srcId="{A757EBB4-20C3-4F37-B146-C46A017E56BA}" destId="{DBF74101-B2CF-4AD2-8C5E-19B61AB6E857}" srcOrd="1" destOrd="0" presId="urn:microsoft.com/office/officeart/2005/8/layout/vList2"/>
    <dgm:cxn modelId="{ECCC60A5-5EC9-4F92-964B-6EF1510B5E49}" type="presParOf" srcId="{A757EBB4-20C3-4F37-B146-C46A017E56BA}" destId="{18F34B84-E64D-47A6-9F39-13A66BECF698}" srcOrd="2" destOrd="0" presId="urn:microsoft.com/office/officeart/2005/8/layout/vList2"/>
    <dgm:cxn modelId="{0224BE4C-5D03-409E-A08A-67950C30E7B2}" type="presParOf" srcId="{A757EBB4-20C3-4F37-B146-C46A017E56BA}" destId="{4DE5E255-D7C5-4273-8902-FA718A59F46D}" srcOrd="3" destOrd="0" presId="urn:microsoft.com/office/officeart/2005/8/layout/vList2"/>
    <dgm:cxn modelId="{B3341604-AE1D-48DF-85AB-54F0A74E4ADE}" type="presParOf" srcId="{A757EBB4-20C3-4F37-B146-C46A017E56BA}" destId="{8DC8CFC4-18EC-4F02-8ECE-A2CDBE02CEF3}" srcOrd="4" destOrd="0" presId="urn:microsoft.com/office/officeart/2005/8/layout/vList2"/>
    <dgm:cxn modelId="{BE52095E-E798-49B1-B54E-5540236177BF}" type="presParOf" srcId="{A757EBB4-20C3-4F37-B146-C46A017E56BA}" destId="{E73D6EE7-6A72-43BF-A971-A8668A15BD47}" srcOrd="5" destOrd="0" presId="urn:microsoft.com/office/officeart/2005/8/layout/vList2"/>
    <dgm:cxn modelId="{371EBE3F-C29A-44C4-A151-2C2B3CD529E9}" type="presParOf" srcId="{A757EBB4-20C3-4F37-B146-C46A017E56BA}" destId="{F77F568A-932D-4D09-9BA8-F04A5FBB9275}" srcOrd="6" destOrd="0" presId="urn:microsoft.com/office/officeart/2005/8/layout/vList2"/>
    <dgm:cxn modelId="{0A91CCCA-4E09-4FCF-BB6D-9AF895CD7DFC}" type="presParOf" srcId="{A757EBB4-20C3-4F37-B146-C46A017E56BA}" destId="{8DFCFB54-9FDF-415E-807D-486E1DCB670A}" srcOrd="7" destOrd="0" presId="urn:microsoft.com/office/officeart/2005/8/layout/vList2"/>
    <dgm:cxn modelId="{40242E2A-F441-45AB-A11A-1A481DD8D81A}" type="presParOf" srcId="{A757EBB4-20C3-4F37-B146-C46A017E56BA}" destId="{EA5E594B-C4E5-4EAF-9558-286B21A42EAB}" srcOrd="8" destOrd="0" presId="urn:microsoft.com/office/officeart/2005/8/layout/vList2"/>
    <dgm:cxn modelId="{1C4F09DA-F15B-4AEC-A646-F0FBD7E7FD3B}" type="presParOf" srcId="{A757EBB4-20C3-4F37-B146-C46A017E56BA}" destId="{E5230955-8EC5-4788-9C2E-2BB0F37FD735}" srcOrd="9" destOrd="0" presId="urn:microsoft.com/office/officeart/2005/8/layout/vList2"/>
    <dgm:cxn modelId="{D14ED72D-047E-4CD8-8FF7-88E70B40B32E}" type="presParOf" srcId="{A757EBB4-20C3-4F37-B146-C46A017E56BA}" destId="{0545B4AA-FD71-401B-8B22-3DDBEDAF776E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0E41608-EB67-44FF-9D6D-98588A8D31A7}" type="doc">
      <dgm:prSet loTypeId="urn:microsoft.com/office/officeart/2005/8/layout/vList2" loCatId="list" qsTypeId="urn:microsoft.com/office/officeart/2005/8/quickstyle/simple4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69512BE4-20EB-40C0-9BF9-1C2D93C81990}">
      <dgm:prSet/>
      <dgm:spPr/>
      <dgm:t>
        <a:bodyPr/>
        <a:lstStyle/>
        <a:p>
          <a:r>
            <a:rPr lang="en-US" dirty="0"/>
            <a:t>100 </a:t>
          </a:r>
          <a:r>
            <a:rPr lang="en-US" dirty="0" err="1"/>
            <a:t>punte</a:t>
          </a:r>
          <a:endParaRPr lang="en-US" dirty="0"/>
        </a:p>
      </dgm:t>
    </dgm:pt>
    <dgm:pt modelId="{0D9833DB-956C-41BB-BF97-ADC04FE2CF77}" type="parTrans" cxnId="{C84A4435-AEFA-4ADD-8A82-F4480A502171}">
      <dgm:prSet/>
      <dgm:spPr/>
      <dgm:t>
        <a:bodyPr/>
        <a:lstStyle/>
        <a:p>
          <a:endParaRPr lang="en-US"/>
        </a:p>
      </dgm:t>
    </dgm:pt>
    <dgm:pt modelId="{A240F1D1-7028-4894-9FDE-79B2DC984249}" type="sibTrans" cxnId="{C84A4435-AEFA-4ADD-8A82-F4480A502171}">
      <dgm:prSet/>
      <dgm:spPr/>
      <dgm:t>
        <a:bodyPr/>
        <a:lstStyle/>
        <a:p>
          <a:endParaRPr lang="en-US"/>
        </a:p>
      </dgm:t>
    </dgm:pt>
    <dgm:pt modelId="{63AEB40C-C882-4B36-90A8-5F4183378DDC}">
      <dgm:prSet/>
      <dgm:spPr/>
      <dgm:t>
        <a:bodyPr/>
        <a:lstStyle/>
        <a:p>
          <a:r>
            <a:rPr lang="en-US" dirty="0"/>
            <a:t>3 </a:t>
          </a:r>
          <a:r>
            <a:rPr lang="en-US" dirty="0" err="1"/>
            <a:t>ure</a:t>
          </a:r>
          <a:endParaRPr lang="en-US" dirty="0"/>
        </a:p>
      </dgm:t>
    </dgm:pt>
    <dgm:pt modelId="{DF944EE4-E8AA-4690-8AF7-781D9209DF95}" type="parTrans" cxnId="{5D18302B-B0F1-4191-9884-5D6DDBC4BF05}">
      <dgm:prSet/>
      <dgm:spPr/>
      <dgm:t>
        <a:bodyPr/>
        <a:lstStyle/>
        <a:p>
          <a:endParaRPr lang="en-US"/>
        </a:p>
      </dgm:t>
    </dgm:pt>
    <dgm:pt modelId="{EB3C2DAE-70F3-43DB-8A95-3EB386CD578D}" type="sibTrans" cxnId="{5D18302B-B0F1-4191-9884-5D6DDBC4BF05}">
      <dgm:prSet/>
      <dgm:spPr/>
      <dgm:t>
        <a:bodyPr/>
        <a:lstStyle/>
        <a:p>
          <a:endParaRPr lang="en-US"/>
        </a:p>
      </dgm:t>
    </dgm:pt>
    <dgm:pt modelId="{236D548B-509C-4915-B4A4-7E4EBE29D5D7}">
      <dgm:prSet/>
      <dgm:spPr/>
      <dgm:t>
        <a:bodyPr/>
        <a:lstStyle/>
        <a:p>
          <a:r>
            <a:rPr lang="en-US" dirty="0" err="1"/>
            <a:t>Eenhede</a:t>
          </a:r>
          <a:r>
            <a:rPr lang="en-US" dirty="0"/>
            <a:t> 4, 5, 6, 7, 8 &amp; 10</a:t>
          </a:r>
        </a:p>
      </dgm:t>
    </dgm:pt>
    <dgm:pt modelId="{9E7E9A2C-9DCA-4AB2-9D00-DEB9F31CE5FF}" type="parTrans" cxnId="{CAA6D5A1-393E-4112-9E0A-BA2716A4FFD8}">
      <dgm:prSet/>
      <dgm:spPr/>
      <dgm:t>
        <a:bodyPr/>
        <a:lstStyle/>
        <a:p>
          <a:endParaRPr lang="en-US"/>
        </a:p>
      </dgm:t>
    </dgm:pt>
    <dgm:pt modelId="{E9B8BA2D-E849-402B-8DDD-2480E240F543}" type="sibTrans" cxnId="{CAA6D5A1-393E-4112-9E0A-BA2716A4FFD8}">
      <dgm:prSet/>
      <dgm:spPr/>
      <dgm:t>
        <a:bodyPr/>
        <a:lstStyle/>
        <a:p>
          <a:endParaRPr lang="en-US"/>
        </a:p>
      </dgm:t>
    </dgm:pt>
    <dgm:pt modelId="{B108E77C-7304-4B8C-8CA0-169E56CCDAB0}">
      <dgm:prSet/>
      <dgm:spPr/>
      <dgm:t>
        <a:bodyPr/>
        <a:lstStyle/>
        <a:p>
          <a:r>
            <a:rPr lang="en-US" dirty="0" err="1"/>
            <a:t>Waar</a:t>
          </a:r>
          <a:r>
            <a:rPr lang="en-US" dirty="0"/>
            <a:t>/ </a:t>
          </a:r>
          <a:r>
            <a:rPr lang="en-US" dirty="0" err="1"/>
            <a:t>Onwaar</a:t>
          </a:r>
          <a:r>
            <a:rPr lang="en-US" dirty="0"/>
            <a:t>: 16 </a:t>
          </a:r>
          <a:r>
            <a:rPr lang="en-US" dirty="0" err="1"/>
            <a:t>punte</a:t>
          </a:r>
          <a:r>
            <a:rPr lang="en-US" dirty="0"/>
            <a:t> (</a:t>
          </a:r>
          <a:r>
            <a:rPr lang="en-ZA" dirty="0"/>
            <a:t>1 punt </a:t>
          </a:r>
          <a:r>
            <a:rPr lang="en-ZA" dirty="0" err="1"/>
            <a:t>vir</a:t>
          </a:r>
          <a:r>
            <a:rPr lang="en-ZA" dirty="0"/>
            <a:t> ‘n </a:t>
          </a:r>
          <a:r>
            <a:rPr lang="en-ZA" dirty="0" err="1"/>
            <a:t>korrekte</a:t>
          </a:r>
          <a:r>
            <a:rPr lang="en-ZA" dirty="0"/>
            <a:t> </a:t>
          </a:r>
          <a:r>
            <a:rPr lang="en-ZA" dirty="0" err="1"/>
            <a:t>antwoord</a:t>
          </a:r>
          <a:r>
            <a:rPr lang="en-ZA" dirty="0"/>
            <a:t> - ½ </a:t>
          </a:r>
          <a:r>
            <a:rPr lang="en-ZA" dirty="0" err="1"/>
            <a:t>vir</a:t>
          </a:r>
          <a:r>
            <a:rPr lang="en-ZA" dirty="0"/>
            <a:t> ‘n </a:t>
          </a:r>
          <a:r>
            <a:rPr lang="en-ZA" dirty="0" err="1"/>
            <a:t>inkorrekte</a:t>
          </a:r>
          <a:r>
            <a:rPr lang="en-ZA" dirty="0"/>
            <a:t> </a:t>
          </a:r>
          <a:r>
            <a:rPr lang="en-ZA" dirty="0" err="1"/>
            <a:t>antwoord</a:t>
          </a:r>
          <a:r>
            <a:rPr lang="en-ZA" dirty="0"/>
            <a:t>)</a:t>
          </a:r>
          <a:endParaRPr lang="en-US" dirty="0"/>
        </a:p>
      </dgm:t>
    </dgm:pt>
    <dgm:pt modelId="{316E6FD5-EB5C-4301-8B62-26B7E31900C1}" type="parTrans" cxnId="{7915129D-12D0-47C4-A162-8E2AC9BC8686}">
      <dgm:prSet/>
      <dgm:spPr/>
      <dgm:t>
        <a:bodyPr/>
        <a:lstStyle/>
        <a:p>
          <a:endParaRPr lang="en-US"/>
        </a:p>
      </dgm:t>
    </dgm:pt>
    <dgm:pt modelId="{62421C98-7F8A-45ED-9757-98E8262EE83C}" type="sibTrans" cxnId="{7915129D-12D0-47C4-A162-8E2AC9BC8686}">
      <dgm:prSet/>
      <dgm:spPr/>
      <dgm:t>
        <a:bodyPr/>
        <a:lstStyle/>
        <a:p>
          <a:endParaRPr lang="en-US"/>
        </a:p>
      </dgm:t>
    </dgm:pt>
    <dgm:pt modelId="{ADBFF986-A1A0-4745-8BF7-AABBC5A5E8CD}">
      <dgm:prSet/>
      <dgm:spPr/>
      <dgm:t>
        <a:bodyPr/>
        <a:lstStyle/>
        <a:p>
          <a:r>
            <a:rPr lang="en-US" dirty="0" err="1"/>
            <a:t>Multikeuse</a:t>
          </a:r>
          <a:r>
            <a:rPr lang="en-US" dirty="0"/>
            <a:t>: 44 </a:t>
          </a:r>
          <a:r>
            <a:rPr lang="en-US" dirty="0" err="1"/>
            <a:t>punte</a:t>
          </a:r>
          <a:r>
            <a:rPr lang="en-US" dirty="0"/>
            <a:t> (</a:t>
          </a:r>
          <a:r>
            <a:rPr lang="en-ZA" dirty="0"/>
            <a:t>2 </a:t>
          </a:r>
          <a:r>
            <a:rPr lang="en-ZA" dirty="0" err="1"/>
            <a:t>punte</a:t>
          </a:r>
          <a:r>
            <a:rPr lang="en-ZA" dirty="0"/>
            <a:t> </a:t>
          </a:r>
          <a:r>
            <a:rPr lang="en-ZA" dirty="0" err="1"/>
            <a:t>vir</a:t>
          </a:r>
          <a:r>
            <a:rPr lang="en-ZA" dirty="0"/>
            <a:t> ‘n </a:t>
          </a:r>
          <a:r>
            <a:rPr lang="en-ZA" dirty="0" err="1"/>
            <a:t>korrkte</a:t>
          </a:r>
          <a:r>
            <a:rPr lang="en-ZA" dirty="0"/>
            <a:t> </a:t>
          </a:r>
          <a:r>
            <a:rPr lang="en-ZA" dirty="0" err="1"/>
            <a:t>antwoord</a:t>
          </a:r>
          <a:r>
            <a:rPr lang="en-ZA" dirty="0"/>
            <a:t> – ¼ for an incorrect answer</a:t>
          </a:r>
          <a:r>
            <a:rPr lang="en-US" dirty="0"/>
            <a:t>)</a:t>
          </a:r>
        </a:p>
      </dgm:t>
    </dgm:pt>
    <dgm:pt modelId="{0E31BD6C-0B3B-4F12-960A-BBFC70F6E1DC}" type="parTrans" cxnId="{56F33ADE-C446-4EF6-8F9F-54A5B121066D}">
      <dgm:prSet/>
      <dgm:spPr/>
      <dgm:t>
        <a:bodyPr/>
        <a:lstStyle/>
        <a:p>
          <a:endParaRPr lang="en-US"/>
        </a:p>
      </dgm:t>
    </dgm:pt>
    <dgm:pt modelId="{FD47F442-1130-4D31-9AD2-8126E8B106FA}" type="sibTrans" cxnId="{56F33ADE-C446-4EF6-8F9F-54A5B121066D}">
      <dgm:prSet/>
      <dgm:spPr/>
      <dgm:t>
        <a:bodyPr/>
        <a:lstStyle/>
        <a:p>
          <a:endParaRPr lang="en-US"/>
        </a:p>
      </dgm:t>
    </dgm:pt>
    <dgm:pt modelId="{B11F801C-3CF0-46A7-8108-4E97B2E06F9C}">
      <dgm:prSet/>
      <dgm:spPr/>
      <dgm:t>
        <a:bodyPr/>
        <a:lstStyle/>
        <a:p>
          <a:r>
            <a:rPr lang="en-US" dirty="0"/>
            <a:t>Langer </a:t>
          </a:r>
          <a:r>
            <a:rPr lang="en-US" dirty="0" err="1"/>
            <a:t>vrae</a:t>
          </a:r>
          <a:r>
            <a:rPr lang="en-US" dirty="0"/>
            <a:t>: 40 </a:t>
          </a:r>
          <a:r>
            <a:rPr lang="en-US" dirty="0" err="1"/>
            <a:t>punte</a:t>
          </a:r>
          <a:endParaRPr lang="en-US" dirty="0"/>
        </a:p>
      </dgm:t>
    </dgm:pt>
    <dgm:pt modelId="{CB19D404-4A07-42E8-AA03-A4603D0ECFE9}" type="parTrans" cxnId="{B01030E0-3A15-4E94-8A2D-A03AC773FAAB}">
      <dgm:prSet/>
      <dgm:spPr/>
      <dgm:t>
        <a:bodyPr/>
        <a:lstStyle/>
        <a:p>
          <a:endParaRPr lang="en-US"/>
        </a:p>
      </dgm:t>
    </dgm:pt>
    <dgm:pt modelId="{EB514C70-4DF1-4979-874B-49CF6F2291CF}" type="sibTrans" cxnId="{B01030E0-3A15-4E94-8A2D-A03AC773FAAB}">
      <dgm:prSet/>
      <dgm:spPr/>
      <dgm:t>
        <a:bodyPr/>
        <a:lstStyle/>
        <a:p>
          <a:endParaRPr lang="en-US"/>
        </a:p>
      </dgm:t>
    </dgm:pt>
    <dgm:pt modelId="{A757EBB4-20C3-4F37-B146-C46A017E56BA}" type="pres">
      <dgm:prSet presAssocID="{30E41608-EB67-44FF-9D6D-98588A8D31A7}" presName="linear" presStyleCnt="0">
        <dgm:presLayoutVars>
          <dgm:animLvl val="lvl"/>
          <dgm:resizeHandles val="exact"/>
        </dgm:presLayoutVars>
      </dgm:prSet>
      <dgm:spPr/>
    </dgm:pt>
    <dgm:pt modelId="{E9C8A6A1-BC1D-4C31-A45F-7FA61C7D543B}" type="pres">
      <dgm:prSet presAssocID="{69512BE4-20EB-40C0-9BF9-1C2D93C81990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DBF74101-B2CF-4AD2-8C5E-19B61AB6E857}" type="pres">
      <dgm:prSet presAssocID="{A240F1D1-7028-4894-9FDE-79B2DC984249}" presName="spacer" presStyleCnt="0"/>
      <dgm:spPr/>
    </dgm:pt>
    <dgm:pt modelId="{18F34B84-E64D-47A6-9F39-13A66BECF698}" type="pres">
      <dgm:prSet presAssocID="{63AEB40C-C882-4B36-90A8-5F4183378DDC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4DE5E255-D7C5-4273-8902-FA718A59F46D}" type="pres">
      <dgm:prSet presAssocID="{EB3C2DAE-70F3-43DB-8A95-3EB386CD578D}" presName="spacer" presStyleCnt="0"/>
      <dgm:spPr/>
    </dgm:pt>
    <dgm:pt modelId="{8DC8CFC4-18EC-4F02-8ECE-A2CDBE02CEF3}" type="pres">
      <dgm:prSet presAssocID="{236D548B-509C-4915-B4A4-7E4EBE29D5D7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E73D6EE7-6A72-43BF-A971-A8668A15BD47}" type="pres">
      <dgm:prSet presAssocID="{E9B8BA2D-E849-402B-8DDD-2480E240F543}" presName="spacer" presStyleCnt="0"/>
      <dgm:spPr/>
    </dgm:pt>
    <dgm:pt modelId="{F77F568A-932D-4D09-9BA8-F04A5FBB9275}" type="pres">
      <dgm:prSet presAssocID="{B108E77C-7304-4B8C-8CA0-169E56CCDAB0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8DFCFB54-9FDF-415E-807D-486E1DCB670A}" type="pres">
      <dgm:prSet presAssocID="{62421C98-7F8A-45ED-9757-98E8262EE83C}" presName="spacer" presStyleCnt="0"/>
      <dgm:spPr/>
    </dgm:pt>
    <dgm:pt modelId="{EA5E594B-C4E5-4EAF-9558-286B21A42EAB}" type="pres">
      <dgm:prSet presAssocID="{ADBFF986-A1A0-4745-8BF7-AABBC5A5E8CD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E5230955-8EC5-4788-9C2E-2BB0F37FD735}" type="pres">
      <dgm:prSet presAssocID="{FD47F442-1130-4D31-9AD2-8126E8B106FA}" presName="spacer" presStyleCnt="0"/>
      <dgm:spPr/>
    </dgm:pt>
    <dgm:pt modelId="{0545B4AA-FD71-401B-8B22-3DDBEDAF776E}" type="pres">
      <dgm:prSet presAssocID="{B11F801C-3CF0-46A7-8108-4E97B2E06F9C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5D18302B-B0F1-4191-9884-5D6DDBC4BF05}" srcId="{30E41608-EB67-44FF-9D6D-98588A8D31A7}" destId="{63AEB40C-C882-4B36-90A8-5F4183378DDC}" srcOrd="1" destOrd="0" parTransId="{DF944EE4-E8AA-4690-8AF7-781D9209DF95}" sibTransId="{EB3C2DAE-70F3-43DB-8A95-3EB386CD578D}"/>
    <dgm:cxn modelId="{0693262F-4B06-4A47-A032-E467EBB40E63}" type="presOf" srcId="{63AEB40C-C882-4B36-90A8-5F4183378DDC}" destId="{18F34B84-E64D-47A6-9F39-13A66BECF698}" srcOrd="0" destOrd="0" presId="urn:microsoft.com/office/officeart/2005/8/layout/vList2"/>
    <dgm:cxn modelId="{C84A4435-AEFA-4ADD-8A82-F4480A502171}" srcId="{30E41608-EB67-44FF-9D6D-98588A8D31A7}" destId="{69512BE4-20EB-40C0-9BF9-1C2D93C81990}" srcOrd="0" destOrd="0" parTransId="{0D9833DB-956C-41BB-BF97-ADC04FE2CF77}" sibTransId="{A240F1D1-7028-4894-9FDE-79B2DC984249}"/>
    <dgm:cxn modelId="{5F8D4B39-7CE3-453B-9C86-4563FA292C19}" type="presOf" srcId="{ADBFF986-A1A0-4745-8BF7-AABBC5A5E8CD}" destId="{EA5E594B-C4E5-4EAF-9558-286B21A42EAB}" srcOrd="0" destOrd="0" presId="urn:microsoft.com/office/officeart/2005/8/layout/vList2"/>
    <dgm:cxn modelId="{A6E5FC7C-758B-482E-9B57-B3302DFF16E1}" type="presOf" srcId="{B11F801C-3CF0-46A7-8108-4E97B2E06F9C}" destId="{0545B4AA-FD71-401B-8B22-3DDBEDAF776E}" srcOrd="0" destOrd="0" presId="urn:microsoft.com/office/officeart/2005/8/layout/vList2"/>
    <dgm:cxn modelId="{7915129D-12D0-47C4-A162-8E2AC9BC8686}" srcId="{30E41608-EB67-44FF-9D6D-98588A8D31A7}" destId="{B108E77C-7304-4B8C-8CA0-169E56CCDAB0}" srcOrd="3" destOrd="0" parTransId="{316E6FD5-EB5C-4301-8B62-26B7E31900C1}" sibTransId="{62421C98-7F8A-45ED-9757-98E8262EE83C}"/>
    <dgm:cxn modelId="{CAA6D5A1-393E-4112-9E0A-BA2716A4FFD8}" srcId="{30E41608-EB67-44FF-9D6D-98588A8D31A7}" destId="{236D548B-509C-4915-B4A4-7E4EBE29D5D7}" srcOrd="2" destOrd="0" parTransId="{9E7E9A2C-9DCA-4AB2-9D00-DEB9F31CE5FF}" sibTransId="{E9B8BA2D-E849-402B-8DDD-2480E240F543}"/>
    <dgm:cxn modelId="{40B404C4-4E40-404C-8E3A-B04BA845D62A}" type="presOf" srcId="{69512BE4-20EB-40C0-9BF9-1C2D93C81990}" destId="{E9C8A6A1-BC1D-4C31-A45F-7FA61C7D543B}" srcOrd="0" destOrd="0" presId="urn:microsoft.com/office/officeart/2005/8/layout/vList2"/>
    <dgm:cxn modelId="{503FDAC8-CAD5-46F3-8379-260C6881B326}" type="presOf" srcId="{B108E77C-7304-4B8C-8CA0-169E56CCDAB0}" destId="{F77F568A-932D-4D09-9BA8-F04A5FBB9275}" srcOrd="0" destOrd="0" presId="urn:microsoft.com/office/officeart/2005/8/layout/vList2"/>
    <dgm:cxn modelId="{121B4FD3-8A12-4F5F-87E4-D55EF32C1F7F}" type="presOf" srcId="{30E41608-EB67-44FF-9D6D-98588A8D31A7}" destId="{A757EBB4-20C3-4F37-B146-C46A017E56BA}" srcOrd="0" destOrd="0" presId="urn:microsoft.com/office/officeart/2005/8/layout/vList2"/>
    <dgm:cxn modelId="{56F33ADE-C446-4EF6-8F9F-54A5B121066D}" srcId="{30E41608-EB67-44FF-9D6D-98588A8D31A7}" destId="{ADBFF986-A1A0-4745-8BF7-AABBC5A5E8CD}" srcOrd="4" destOrd="0" parTransId="{0E31BD6C-0B3B-4F12-960A-BBFC70F6E1DC}" sibTransId="{FD47F442-1130-4D31-9AD2-8126E8B106FA}"/>
    <dgm:cxn modelId="{B01030E0-3A15-4E94-8A2D-A03AC773FAAB}" srcId="{30E41608-EB67-44FF-9D6D-98588A8D31A7}" destId="{B11F801C-3CF0-46A7-8108-4E97B2E06F9C}" srcOrd="5" destOrd="0" parTransId="{CB19D404-4A07-42E8-AA03-A4603D0ECFE9}" sibTransId="{EB514C70-4DF1-4979-874B-49CF6F2291CF}"/>
    <dgm:cxn modelId="{AE5EDBE0-4279-456C-8B88-D646FB94A303}" type="presOf" srcId="{236D548B-509C-4915-B4A4-7E4EBE29D5D7}" destId="{8DC8CFC4-18EC-4F02-8ECE-A2CDBE02CEF3}" srcOrd="0" destOrd="0" presId="urn:microsoft.com/office/officeart/2005/8/layout/vList2"/>
    <dgm:cxn modelId="{B9BC08A7-CE07-48A5-994C-96579359B222}" type="presParOf" srcId="{A757EBB4-20C3-4F37-B146-C46A017E56BA}" destId="{E9C8A6A1-BC1D-4C31-A45F-7FA61C7D543B}" srcOrd="0" destOrd="0" presId="urn:microsoft.com/office/officeart/2005/8/layout/vList2"/>
    <dgm:cxn modelId="{E3C4D8E1-36D4-4AD4-8A7A-B256E82BC9F9}" type="presParOf" srcId="{A757EBB4-20C3-4F37-B146-C46A017E56BA}" destId="{DBF74101-B2CF-4AD2-8C5E-19B61AB6E857}" srcOrd="1" destOrd="0" presId="urn:microsoft.com/office/officeart/2005/8/layout/vList2"/>
    <dgm:cxn modelId="{ECCC60A5-5EC9-4F92-964B-6EF1510B5E49}" type="presParOf" srcId="{A757EBB4-20C3-4F37-B146-C46A017E56BA}" destId="{18F34B84-E64D-47A6-9F39-13A66BECF698}" srcOrd="2" destOrd="0" presId="urn:microsoft.com/office/officeart/2005/8/layout/vList2"/>
    <dgm:cxn modelId="{0224BE4C-5D03-409E-A08A-67950C30E7B2}" type="presParOf" srcId="{A757EBB4-20C3-4F37-B146-C46A017E56BA}" destId="{4DE5E255-D7C5-4273-8902-FA718A59F46D}" srcOrd="3" destOrd="0" presId="urn:microsoft.com/office/officeart/2005/8/layout/vList2"/>
    <dgm:cxn modelId="{B3341604-AE1D-48DF-85AB-54F0A74E4ADE}" type="presParOf" srcId="{A757EBB4-20C3-4F37-B146-C46A017E56BA}" destId="{8DC8CFC4-18EC-4F02-8ECE-A2CDBE02CEF3}" srcOrd="4" destOrd="0" presId="urn:microsoft.com/office/officeart/2005/8/layout/vList2"/>
    <dgm:cxn modelId="{BE52095E-E798-49B1-B54E-5540236177BF}" type="presParOf" srcId="{A757EBB4-20C3-4F37-B146-C46A017E56BA}" destId="{E73D6EE7-6A72-43BF-A971-A8668A15BD47}" srcOrd="5" destOrd="0" presId="urn:microsoft.com/office/officeart/2005/8/layout/vList2"/>
    <dgm:cxn modelId="{371EBE3F-C29A-44C4-A151-2C2B3CD529E9}" type="presParOf" srcId="{A757EBB4-20C3-4F37-B146-C46A017E56BA}" destId="{F77F568A-932D-4D09-9BA8-F04A5FBB9275}" srcOrd="6" destOrd="0" presId="urn:microsoft.com/office/officeart/2005/8/layout/vList2"/>
    <dgm:cxn modelId="{0A91CCCA-4E09-4FCF-BB6D-9AF895CD7DFC}" type="presParOf" srcId="{A757EBB4-20C3-4F37-B146-C46A017E56BA}" destId="{8DFCFB54-9FDF-415E-807D-486E1DCB670A}" srcOrd="7" destOrd="0" presId="urn:microsoft.com/office/officeart/2005/8/layout/vList2"/>
    <dgm:cxn modelId="{40242E2A-F441-45AB-A11A-1A481DD8D81A}" type="presParOf" srcId="{A757EBB4-20C3-4F37-B146-C46A017E56BA}" destId="{EA5E594B-C4E5-4EAF-9558-286B21A42EAB}" srcOrd="8" destOrd="0" presId="urn:microsoft.com/office/officeart/2005/8/layout/vList2"/>
    <dgm:cxn modelId="{1C4F09DA-F15B-4AEC-A646-F0FBD7E7FD3B}" type="presParOf" srcId="{A757EBB4-20C3-4F37-B146-C46A017E56BA}" destId="{E5230955-8EC5-4788-9C2E-2BB0F37FD735}" srcOrd="9" destOrd="0" presId="urn:microsoft.com/office/officeart/2005/8/layout/vList2"/>
    <dgm:cxn modelId="{D14ED72D-047E-4CD8-8FF7-88E70B40B32E}" type="presParOf" srcId="{A757EBB4-20C3-4F37-B146-C46A017E56BA}" destId="{0545B4AA-FD71-401B-8B22-3DDBEDAF776E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C8A6A1-BC1D-4C31-A45F-7FA61C7D543B}">
      <dsp:nvSpPr>
        <dsp:cNvPr id="0" name=""/>
        <dsp:cNvSpPr/>
      </dsp:nvSpPr>
      <dsp:spPr>
        <a:xfrm>
          <a:off x="0" y="77520"/>
          <a:ext cx="6192319" cy="718672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100 marks</a:t>
          </a:r>
        </a:p>
      </dsp:txBody>
      <dsp:txXfrm>
        <a:off x="35083" y="112603"/>
        <a:ext cx="6122153" cy="648506"/>
      </dsp:txXfrm>
    </dsp:sp>
    <dsp:sp modelId="{18F34B84-E64D-47A6-9F39-13A66BECF698}">
      <dsp:nvSpPr>
        <dsp:cNvPr id="0" name=""/>
        <dsp:cNvSpPr/>
      </dsp:nvSpPr>
      <dsp:spPr>
        <a:xfrm>
          <a:off x="0" y="848032"/>
          <a:ext cx="6192319" cy="718672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3 hours</a:t>
          </a:r>
        </a:p>
      </dsp:txBody>
      <dsp:txXfrm>
        <a:off x="35083" y="883115"/>
        <a:ext cx="6122153" cy="648506"/>
      </dsp:txXfrm>
    </dsp:sp>
    <dsp:sp modelId="{8DC8CFC4-18EC-4F02-8ECE-A2CDBE02CEF3}">
      <dsp:nvSpPr>
        <dsp:cNvPr id="0" name=""/>
        <dsp:cNvSpPr/>
      </dsp:nvSpPr>
      <dsp:spPr>
        <a:xfrm>
          <a:off x="0" y="1618545"/>
          <a:ext cx="6192319" cy="718672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Units 4, 5, 6, 7, 8 &amp; 10</a:t>
          </a:r>
        </a:p>
      </dsp:txBody>
      <dsp:txXfrm>
        <a:off x="35083" y="1653628"/>
        <a:ext cx="6122153" cy="648506"/>
      </dsp:txXfrm>
    </dsp:sp>
    <dsp:sp modelId="{F77F568A-932D-4D09-9BA8-F04A5FBB9275}">
      <dsp:nvSpPr>
        <dsp:cNvPr id="0" name=""/>
        <dsp:cNvSpPr/>
      </dsp:nvSpPr>
      <dsp:spPr>
        <a:xfrm>
          <a:off x="0" y="2389058"/>
          <a:ext cx="6192319" cy="718672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True/False: 16 marks (</a:t>
          </a:r>
          <a:r>
            <a:rPr lang="en-ZA" sz="1800" kern="1200" dirty="0"/>
            <a:t>1 mark for a correct answer and - ½ for an incorrect answer)</a:t>
          </a:r>
          <a:endParaRPr lang="en-US" sz="1800" kern="1200" dirty="0"/>
        </a:p>
      </dsp:txBody>
      <dsp:txXfrm>
        <a:off x="35083" y="2424141"/>
        <a:ext cx="6122153" cy="648506"/>
      </dsp:txXfrm>
    </dsp:sp>
    <dsp:sp modelId="{EA5E594B-C4E5-4EAF-9558-286B21A42EAB}">
      <dsp:nvSpPr>
        <dsp:cNvPr id="0" name=""/>
        <dsp:cNvSpPr/>
      </dsp:nvSpPr>
      <dsp:spPr>
        <a:xfrm>
          <a:off x="0" y="3159570"/>
          <a:ext cx="6192319" cy="718672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Multiple Choice: 44 marks (</a:t>
          </a:r>
          <a:r>
            <a:rPr lang="en-ZA" sz="1800" kern="1200" dirty="0"/>
            <a:t>2 marks for a correct answer and – ¼ for an incorrect answer</a:t>
          </a:r>
          <a:r>
            <a:rPr lang="en-US" sz="1800" kern="1200" dirty="0"/>
            <a:t>)</a:t>
          </a:r>
        </a:p>
      </dsp:txBody>
      <dsp:txXfrm>
        <a:off x="35083" y="3194653"/>
        <a:ext cx="6122153" cy="648506"/>
      </dsp:txXfrm>
    </dsp:sp>
    <dsp:sp modelId="{0545B4AA-FD71-401B-8B22-3DDBEDAF776E}">
      <dsp:nvSpPr>
        <dsp:cNvPr id="0" name=""/>
        <dsp:cNvSpPr/>
      </dsp:nvSpPr>
      <dsp:spPr>
        <a:xfrm>
          <a:off x="0" y="3930083"/>
          <a:ext cx="6192319" cy="718672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Longer Questions: 40 marks</a:t>
          </a:r>
        </a:p>
      </dsp:txBody>
      <dsp:txXfrm>
        <a:off x="35083" y="3965166"/>
        <a:ext cx="6122153" cy="6485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C8A6A1-BC1D-4C31-A45F-7FA61C7D543B}">
      <dsp:nvSpPr>
        <dsp:cNvPr id="0" name=""/>
        <dsp:cNvSpPr/>
      </dsp:nvSpPr>
      <dsp:spPr>
        <a:xfrm>
          <a:off x="0" y="77520"/>
          <a:ext cx="6192319" cy="718672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100 </a:t>
          </a:r>
          <a:r>
            <a:rPr lang="en-US" sz="1800" kern="1200" dirty="0" err="1"/>
            <a:t>punte</a:t>
          </a:r>
          <a:endParaRPr lang="en-US" sz="1800" kern="1200" dirty="0"/>
        </a:p>
      </dsp:txBody>
      <dsp:txXfrm>
        <a:off x="35083" y="112603"/>
        <a:ext cx="6122153" cy="648506"/>
      </dsp:txXfrm>
    </dsp:sp>
    <dsp:sp modelId="{18F34B84-E64D-47A6-9F39-13A66BECF698}">
      <dsp:nvSpPr>
        <dsp:cNvPr id="0" name=""/>
        <dsp:cNvSpPr/>
      </dsp:nvSpPr>
      <dsp:spPr>
        <a:xfrm>
          <a:off x="0" y="848032"/>
          <a:ext cx="6192319" cy="718672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3 </a:t>
          </a:r>
          <a:r>
            <a:rPr lang="en-US" sz="1800" kern="1200" dirty="0" err="1"/>
            <a:t>ure</a:t>
          </a:r>
          <a:endParaRPr lang="en-US" sz="1800" kern="1200" dirty="0"/>
        </a:p>
      </dsp:txBody>
      <dsp:txXfrm>
        <a:off x="35083" y="883115"/>
        <a:ext cx="6122153" cy="648506"/>
      </dsp:txXfrm>
    </dsp:sp>
    <dsp:sp modelId="{8DC8CFC4-18EC-4F02-8ECE-A2CDBE02CEF3}">
      <dsp:nvSpPr>
        <dsp:cNvPr id="0" name=""/>
        <dsp:cNvSpPr/>
      </dsp:nvSpPr>
      <dsp:spPr>
        <a:xfrm>
          <a:off x="0" y="1618545"/>
          <a:ext cx="6192319" cy="718672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Eenhede</a:t>
          </a:r>
          <a:r>
            <a:rPr lang="en-US" sz="1800" kern="1200" dirty="0"/>
            <a:t> 4, 5, 6, 7, 8 &amp; 10</a:t>
          </a:r>
        </a:p>
      </dsp:txBody>
      <dsp:txXfrm>
        <a:off x="35083" y="1653628"/>
        <a:ext cx="6122153" cy="648506"/>
      </dsp:txXfrm>
    </dsp:sp>
    <dsp:sp modelId="{F77F568A-932D-4D09-9BA8-F04A5FBB9275}">
      <dsp:nvSpPr>
        <dsp:cNvPr id="0" name=""/>
        <dsp:cNvSpPr/>
      </dsp:nvSpPr>
      <dsp:spPr>
        <a:xfrm>
          <a:off x="0" y="2389058"/>
          <a:ext cx="6192319" cy="718672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Waar</a:t>
          </a:r>
          <a:r>
            <a:rPr lang="en-US" sz="1800" kern="1200" dirty="0"/>
            <a:t>/ </a:t>
          </a:r>
          <a:r>
            <a:rPr lang="en-US" sz="1800" kern="1200" dirty="0" err="1"/>
            <a:t>Onwaar</a:t>
          </a:r>
          <a:r>
            <a:rPr lang="en-US" sz="1800" kern="1200" dirty="0"/>
            <a:t>: 16 </a:t>
          </a:r>
          <a:r>
            <a:rPr lang="en-US" sz="1800" kern="1200" dirty="0" err="1"/>
            <a:t>punte</a:t>
          </a:r>
          <a:r>
            <a:rPr lang="en-US" sz="1800" kern="1200" dirty="0"/>
            <a:t> (</a:t>
          </a:r>
          <a:r>
            <a:rPr lang="en-ZA" sz="1800" kern="1200" dirty="0"/>
            <a:t>1 punt </a:t>
          </a:r>
          <a:r>
            <a:rPr lang="en-ZA" sz="1800" kern="1200" dirty="0" err="1"/>
            <a:t>vir</a:t>
          </a:r>
          <a:r>
            <a:rPr lang="en-ZA" sz="1800" kern="1200" dirty="0"/>
            <a:t> ‘n </a:t>
          </a:r>
          <a:r>
            <a:rPr lang="en-ZA" sz="1800" kern="1200" dirty="0" err="1"/>
            <a:t>korrekte</a:t>
          </a:r>
          <a:r>
            <a:rPr lang="en-ZA" sz="1800" kern="1200" dirty="0"/>
            <a:t> </a:t>
          </a:r>
          <a:r>
            <a:rPr lang="en-ZA" sz="1800" kern="1200" dirty="0" err="1"/>
            <a:t>antwoord</a:t>
          </a:r>
          <a:r>
            <a:rPr lang="en-ZA" sz="1800" kern="1200" dirty="0"/>
            <a:t> - ½ </a:t>
          </a:r>
          <a:r>
            <a:rPr lang="en-ZA" sz="1800" kern="1200" dirty="0" err="1"/>
            <a:t>vir</a:t>
          </a:r>
          <a:r>
            <a:rPr lang="en-ZA" sz="1800" kern="1200" dirty="0"/>
            <a:t> ‘n </a:t>
          </a:r>
          <a:r>
            <a:rPr lang="en-ZA" sz="1800" kern="1200" dirty="0" err="1"/>
            <a:t>inkorrekte</a:t>
          </a:r>
          <a:r>
            <a:rPr lang="en-ZA" sz="1800" kern="1200" dirty="0"/>
            <a:t> </a:t>
          </a:r>
          <a:r>
            <a:rPr lang="en-ZA" sz="1800" kern="1200" dirty="0" err="1"/>
            <a:t>antwoord</a:t>
          </a:r>
          <a:r>
            <a:rPr lang="en-ZA" sz="1800" kern="1200" dirty="0"/>
            <a:t>)</a:t>
          </a:r>
          <a:endParaRPr lang="en-US" sz="1800" kern="1200" dirty="0"/>
        </a:p>
      </dsp:txBody>
      <dsp:txXfrm>
        <a:off x="35083" y="2424141"/>
        <a:ext cx="6122153" cy="648506"/>
      </dsp:txXfrm>
    </dsp:sp>
    <dsp:sp modelId="{EA5E594B-C4E5-4EAF-9558-286B21A42EAB}">
      <dsp:nvSpPr>
        <dsp:cNvPr id="0" name=""/>
        <dsp:cNvSpPr/>
      </dsp:nvSpPr>
      <dsp:spPr>
        <a:xfrm>
          <a:off x="0" y="3159570"/>
          <a:ext cx="6192319" cy="718672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Multikeuse</a:t>
          </a:r>
          <a:r>
            <a:rPr lang="en-US" sz="1800" kern="1200" dirty="0"/>
            <a:t>: 44 </a:t>
          </a:r>
          <a:r>
            <a:rPr lang="en-US" sz="1800" kern="1200" dirty="0" err="1"/>
            <a:t>punte</a:t>
          </a:r>
          <a:r>
            <a:rPr lang="en-US" sz="1800" kern="1200" dirty="0"/>
            <a:t> (</a:t>
          </a:r>
          <a:r>
            <a:rPr lang="en-ZA" sz="1800" kern="1200" dirty="0"/>
            <a:t>2 </a:t>
          </a:r>
          <a:r>
            <a:rPr lang="en-ZA" sz="1800" kern="1200" dirty="0" err="1"/>
            <a:t>punte</a:t>
          </a:r>
          <a:r>
            <a:rPr lang="en-ZA" sz="1800" kern="1200" dirty="0"/>
            <a:t> </a:t>
          </a:r>
          <a:r>
            <a:rPr lang="en-ZA" sz="1800" kern="1200" dirty="0" err="1"/>
            <a:t>vir</a:t>
          </a:r>
          <a:r>
            <a:rPr lang="en-ZA" sz="1800" kern="1200" dirty="0"/>
            <a:t> ‘n </a:t>
          </a:r>
          <a:r>
            <a:rPr lang="en-ZA" sz="1800" kern="1200" dirty="0" err="1"/>
            <a:t>korrkte</a:t>
          </a:r>
          <a:r>
            <a:rPr lang="en-ZA" sz="1800" kern="1200" dirty="0"/>
            <a:t> </a:t>
          </a:r>
          <a:r>
            <a:rPr lang="en-ZA" sz="1800" kern="1200" dirty="0" err="1"/>
            <a:t>antwoord</a:t>
          </a:r>
          <a:r>
            <a:rPr lang="en-ZA" sz="1800" kern="1200" dirty="0"/>
            <a:t> – ¼ for an incorrect answer</a:t>
          </a:r>
          <a:r>
            <a:rPr lang="en-US" sz="1800" kern="1200" dirty="0"/>
            <a:t>)</a:t>
          </a:r>
        </a:p>
      </dsp:txBody>
      <dsp:txXfrm>
        <a:off x="35083" y="3194653"/>
        <a:ext cx="6122153" cy="648506"/>
      </dsp:txXfrm>
    </dsp:sp>
    <dsp:sp modelId="{0545B4AA-FD71-401B-8B22-3DDBEDAF776E}">
      <dsp:nvSpPr>
        <dsp:cNvPr id="0" name=""/>
        <dsp:cNvSpPr/>
      </dsp:nvSpPr>
      <dsp:spPr>
        <a:xfrm>
          <a:off x="0" y="3930083"/>
          <a:ext cx="6192319" cy="718672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Langer </a:t>
          </a:r>
          <a:r>
            <a:rPr lang="en-US" sz="1800" kern="1200" dirty="0" err="1"/>
            <a:t>vrae</a:t>
          </a:r>
          <a:r>
            <a:rPr lang="en-US" sz="1800" kern="1200" dirty="0"/>
            <a:t>: 40 </a:t>
          </a:r>
          <a:r>
            <a:rPr lang="en-US" sz="1800" kern="1200" dirty="0" err="1"/>
            <a:t>punte</a:t>
          </a:r>
          <a:endParaRPr lang="en-US" sz="1800" kern="1200" dirty="0"/>
        </a:p>
      </dsp:txBody>
      <dsp:txXfrm>
        <a:off x="35083" y="3965166"/>
        <a:ext cx="6122153" cy="6485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10267-F83F-1B4B-6121-F7E4B71DAA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C2F501-8176-08F1-EFCC-95837E6D4E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80B21C-B769-AA44-B9D2-5C0095271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EA62D-6436-BD40-AD0C-12F937B6384E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783C66-D2A0-E2B7-E996-E5B71C574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9516F-29AD-A393-B3C5-A051A572A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849FA-008E-AF4D-B5CA-385C6F55A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131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7D9A6-A58B-1C39-1C33-D83FE9D88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26C3F-69E4-D0BF-C52F-0442644A26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E3B4C-251E-ACFC-ED64-8BD008E86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EA62D-6436-BD40-AD0C-12F937B6384E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4A2C1-659A-ED04-45D2-E63862E90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A5ADB-3363-B976-F113-2BE27F5DD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849FA-008E-AF4D-B5CA-385C6F55A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800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2C962-8E82-0636-F817-9E477B611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85CBB7-9DDF-34D9-37D3-ED15D6A87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D0C1E1-BDB9-84FC-B87D-51233C3E6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EA62D-6436-BD40-AD0C-12F937B6384E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3102E0-4C56-8A0F-3734-DB5CE7718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993641-1EB8-18EE-6105-32C440B33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849FA-008E-AF4D-B5CA-385C6F55A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520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61AD0-AB84-A279-5A1E-DB17BE5FA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7E9C-BAF1-DEDF-799C-998B606521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C0A16C-129B-68C1-B0B1-0529220B0A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4CA81F-B06C-5887-EB3D-7AC1E9B67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EA62D-6436-BD40-AD0C-12F937B6384E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E509BD-F31D-609F-BE28-FCC29581F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60A9D7-3D7B-0E00-85FF-0E9157964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849FA-008E-AF4D-B5CA-385C6F55A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11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22432-6AFF-6F45-CF24-2E8F7744F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796F62-0729-D919-A6CA-5CF044A47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D96BD1-6032-98D9-C2CD-1B6F49D625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F01B8F-37D4-5E69-E094-D0BAB65D4D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8E19E1-F174-6F07-C6EA-9C00A20F70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041D8E-0E51-B9D3-B758-4B2F32D66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EA62D-6436-BD40-AD0C-12F937B6384E}" type="datetimeFigureOut">
              <a:rPr lang="en-US" smtClean="0"/>
              <a:t>4/28/26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6FFE55-5FB2-B8E6-E68A-41C926FCD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A538E8-2C02-8682-C1FC-46033149B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849FA-008E-AF4D-B5CA-385C6F55A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813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62FBA-E54E-EEA4-2BCD-C7CC511A7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41D0EA-5A63-E7E8-54CB-EEBEE6F5A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EA62D-6436-BD40-AD0C-12F937B6384E}" type="datetimeFigureOut">
              <a:rPr lang="en-US" smtClean="0"/>
              <a:t>4/28/26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1646A0-ECAF-31BB-BF92-D278BDF59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632C13-95DD-AC24-DF16-7EBC96D94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849FA-008E-AF4D-B5CA-385C6F55A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068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0AB339-EED9-F123-2369-293A51D29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EA62D-6436-BD40-AD0C-12F937B6384E}" type="datetimeFigureOut">
              <a:rPr lang="en-US" smtClean="0"/>
              <a:t>4/28/26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17493E-F022-3E95-7155-5B4EF64D1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B98FDA-7200-57D1-741B-383EAD9C0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849FA-008E-AF4D-B5CA-385C6F55A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554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BC80E-2061-71C7-98AB-1B348C084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51F48-C8A4-414E-F490-D99CC9961D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A879AD-AA36-C912-1EF5-FD711C46C6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96B949-5D0F-42E8-638B-28A78E0A2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EA62D-6436-BD40-AD0C-12F937B6384E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8B5EBF-B80A-73C4-E42C-D68781F95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9DCCF4-1122-858F-9642-D146A8265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849FA-008E-AF4D-B5CA-385C6F55A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371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0F1AB-A4CF-290F-996D-2DE53AADF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3A8E38-AB6D-C8CD-C91B-D393235A9E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806C78-BEBC-2FAD-0373-2364659CA6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744A87-47CF-1172-674C-91B11F53B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EA62D-6436-BD40-AD0C-12F937B6384E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E8493-5017-927E-8B37-4A9AC1FB3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387A41-898E-3DFD-EE01-B22B413EF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849FA-008E-AF4D-B5CA-385C6F55A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883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2E5E7-206A-15E7-F80B-B560ACC25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90F13A-7E25-D5A6-A779-0A7C6E1ACE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E5923-F755-B8FE-CD40-6FC156F4B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EA62D-6436-BD40-AD0C-12F937B6384E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B5B52D-166F-4A96-DB8D-D918FEEE6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0DF356-C513-E5C5-FB50-F11E0460D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849FA-008E-AF4D-B5CA-385C6F55A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468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40B97D-DDCF-A5DB-BB34-7F2D923498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2D4F8-7807-6E33-5EB7-246BFB73DA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13CB5D-28C6-7E15-4B3E-05D96D314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EA62D-6436-BD40-AD0C-12F937B6384E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557B6D-AB3F-F223-BDBC-CA08C5475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D2C656-362D-FB51-96E8-14CC46762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849FA-008E-AF4D-B5CA-385C6F55A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958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EC33AE-0E57-2F3D-DCAD-3E045828E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D1FE08-BA1F-3D31-4A81-444B93F30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2187F2-C5FD-1F8D-0E68-A2E553E952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7EA62D-6436-BD40-AD0C-12F937B6384E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51FAC-9BA0-6AF2-33CB-3FF47F1270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7D4F6-FAA2-8B10-094C-58D29DAE02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7849FA-008E-AF4D-B5CA-385C6F55A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387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FC27E0-59F3-F8A3-6A72-68B3BE2ED80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prstClr val="white"/>
            </a:duotone>
            <a:alphaModFix amt="35000"/>
          </a:blip>
          <a:srcRect t="21009" b="21298"/>
          <a:stretch/>
        </p:blipFill>
        <p:spPr>
          <a:xfrm>
            <a:off x="20" y="288245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1EC55BC-556F-4447-B8FF-6667AAD04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065862"/>
            <a:ext cx="3313164" cy="4726276"/>
          </a:xfrm>
        </p:spPr>
        <p:txBody>
          <a:bodyPr>
            <a:normAutofit/>
          </a:bodyPr>
          <a:lstStyle/>
          <a:p>
            <a:pPr algn="r"/>
            <a:r>
              <a:rPr lang="en-US" sz="4000" b="1" dirty="0"/>
              <a:t>A2 Saturday 23 May 14:00</a:t>
            </a:r>
            <a:endParaRPr lang="en-ZA" sz="4000" b="1" dirty="0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2F60493B-5F0F-9D41-9762-0337CECF59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8833339"/>
              </p:ext>
            </p:extLst>
          </p:nvPr>
        </p:nvGraphicFramePr>
        <p:xfrm>
          <a:off x="5155379" y="1065862"/>
          <a:ext cx="6192319" cy="47262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874ACD3E-14B0-0874-63A9-FBFD0928F311}"/>
              </a:ext>
            </a:extLst>
          </p:cNvPr>
          <p:cNvGrpSpPr/>
          <p:nvPr/>
        </p:nvGrpSpPr>
        <p:grpSpPr>
          <a:xfrm>
            <a:off x="838201" y="4386930"/>
            <a:ext cx="2027335" cy="1540700"/>
            <a:chOff x="-6445701" y="4647202"/>
            <a:chExt cx="6209824" cy="15407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24003C4-9FC3-58D6-5CFF-D55FCAE6CCD4}"/>
                </a:ext>
              </a:extLst>
            </p:cNvPr>
            <p:cNvSpPr/>
            <p:nvPr/>
          </p:nvSpPr>
          <p:spPr>
            <a:xfrm>
              <a:off x="-6311414" y="4802455"/>
              <a:ext cx="6075537" cy="1172239"/>
            </a:xfrm>
            <a:prstGeom prst="rect">
              <a:avLst/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9DFCB3B-8136-1C55-AE23-8A8892CF859E}"/>
                </a:ext>
              </a:extLst>
            </p:cNvPr>
            <p:cNvSpPr txBox="1"/>
            <p:nvPr/>
          </p:nvSpPr>
          <p:spPr>
            <a:xfrm>
              <a:off x="-6445701" y="4647202"/>
              <a:ext cx="6209824" cy="154070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dirty="0"/>
                <a:t>Previous year Assessments  on </a:t>
              </a:r>
              <a:r>
                <a:rPr lang="en-US" sz="1600" dirty="0" err="1"/>
                <a:t>EMS</a:t>
              </a:r>
              <a:r>
                <a:rPr lang="en-US" sz="1600" kern="1200" dirty="0" err="1"/>
                <a:t>Learn</a:t>
              </a:r>
              <a:endParaRPr lang="en-US" sz="16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4169890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FC27E0-59F3-F8A3-6A72-68B3BE2ED80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prstClr val="white"/>
            </a:duotone>
            <a:alphaModFix amt="35000"/>
          </a:blip>
          <a:srcRect t="21009" b="21298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1EC55BC-556F-4447-B8FF-6667AAD04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065862"/>
            <a:ext cx="3313164" cy="4726276"/>
          </a:xfrm>
        </p:spPr>
        <p:txBody>
          <a:bodyPr>
            <a:normAutofit/>
          </a:bodyPr>
          <a:lstStyle/>
          <a:p>
            <a:pPr algn="r"/>
            <a:r>
              <a:rPr lang="en-US" sz="4000" b="1" dirty="0"/>
              <a:t>A2 </a:t>
            </a:r>
            <a:r>
              <a:rPr lang="en-US" sz="4000" b="1" dirty="0" err="1"/>
              <a:t>Saterdag</a:t>
            </a:r>
            <a:r>
              <a:rPr lang="en-US" sz="4000" b="1" dirty="0"/>
              <a:t> 23 Mei 14:00</a:t>
            </a:r>
            <a:endParaRPr lang="en-ZA" sz="4000" b="1" dirty="0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2F60493B-5F0F-9D41-9762-0337CECF59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4310866"/>
              </p:ext>
            </p:extLst>
          </p:nvPr>
        </p:nvGraphicFramePr>
        <p:xfrm>
          <a:off x="5155379" y="1065862"/>
          <a:ext cx="6192319" cy="47262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874ACD3E-14B0-0874-63A9-FBFD0928F311}"/>
              </a:ext>
            </a:extLst>
          </p:cNvPr>
          <p:cNvGrpSpPr/>
          <p:nvPr/>
        </p:nvGrpSpPr>
        <p:grpSpPr>
          <a:xfrm>
            <a:off x="838201" y="4386930"/>
            <a:ext cx="2027335" cy="1540700"/>
            <a:chOff x="-6445701" y="4647202"/>
            <a:chExt cx="6209824" cy="15407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24003C4-9FC3-58D6-5CFF-D55FCAE6CCD4}"/>
                </a:ext>
              </a:extLst>
            </p:cNvPr>
            <p:cNvSpPr/>
            <p:nvPr/>
          </p:nvSpPr>
          <p:spPr>
            <a:xfrm>
              <a:off x="-6311414" y="4802455"/>
              <a:ext cx="6075537" cy="1172239"/>
            </a:xfrm>
            <a:prstGeom prst="rect">
              <a:avLst/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9DFCB3B-8136-1C55-AE23-8A8892CF859E}"/>
                </a:ext>
              </a:extLst>
            </p:cNvPr>
            <p:cNvSpPr txBox="1"/>
            <p:nvPr/>
          </p:nvSpPr>
          <p:spPr>
            <a:xfrm>
              <a:off x="-6445701" y="4647202"/>
              <a:ext cx="6209824" cy="154070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kern="1200" dirty="0"/>
                <a:t>Ou </a:t>
              </a:r>
              <a:r>
                <a:rPr lang="en-US" sz="1600" kern="1200" dirty="0" err="1"/>
                <a:t>vraestelle</a:t>
              </a:r>
              <a:r>
                <a:rPr lang="en-US" sz="1600" kern="1200" dirty="0"/>
                <a:t> is </a:t>
              </a:r>
              <a:r>
                <a:rPr lang="en-US" sz="1600" kern="1200" dirty="0" err="1"/>
                <a:t>beskikbaar</a:t>
              </a:r>
              <a:r>
                <a:rPr lang="en-US" sz="1600" kern="1200" dirty="0"/>
                <a:t> op </a:t>
              </a:r>
              <a:r>
                <a:rPr lang="en-US" sz="1600" dirty="0" err="1"/>
                <a:t>EMS</a:t>
              </a:r>
              <a:r>
                <a:rPr lang="en-US" sz="1600" kern="1200" dirty="0" err="1"/>
                <a:t>Learn</a:t>
              </a:r>
              <a:endParaRPr lang="en-US" sz="16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273730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564</TotalTime>
  <Words>145</Words>
  <Application>Microsoft Macintosh PowerPoint</Application>
  <PresentationFormat>Widescreen</PresentationFormat>
  <Paragraphs>16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A2 Saturday 23 May 14:00</vt:lpstr>
      <vt:lpstr>A2 Saterdag 23 Mei 14:00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A1 Friday 12 April 17:30</dc:title>
  <dc:creator>Links, Calumet [calumetlinks@sun.ac.za]</dc:creator>
  <cp:lastModifiedBy>Links, Calumet [calumetlinks@sun.ac.za]</cp:lastModifiedBy>
  <cp:revision>8</cp:revision>
  <dcterms:created xsi:type="dcterms:W3CDTF">2024-03-22T10:55:01Z</dcterms:created>
  <dcterms:modified xsi:type="dcterms:W3CDTF">2026-04-28T15:13:23Z</dcterms:modified>
</cp:coreProperties>
</file>